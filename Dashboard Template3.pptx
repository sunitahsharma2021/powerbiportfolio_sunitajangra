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5846425" cy="7086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AE51"/>
    <a:srgbClr val="62ACEA"/>
    <a:srgbClr val="4472C4"/>
    <a:srgbClr val="007DDA"/>
    <a:srgbClr val="93B3B9"/>
    <a:srgbClr val="B2D69A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7" d="100"/>
          <a:sy n="57" d="100"/>
        </p:scale>
        <p:origin x="30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0803" y="1159775"/>
            <a:ext cx="11884819" cy="2467187"/>
          </a:xfrm>
        </p:spPr>
        <p:txBody>
          <a:bodyPr anchor="b"/>
          <a:lstStyle>
            <a:lvl1pPr algn="ctr">
              <a:defRPr sz="6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80803" y="3722106"/>
            <a:ext cx="11884819" cy="1710954"/>
          </a:xfrm>
        </p:spPr>
        <p:txBody>
          <a:bodyPr/>
          <a:lstStyle>
            <a:lvl1pPr marL="0" indent="0" algn="ctr">
              <a:buNone/>
              <a:defRPr sz="2480"/>
            </a:lvl1pPr>
            <a:lvl2pPr marL="472425" indent="0" algn="ctr">
              <a:buNone/>
              <a:defRPr sz="2067"/>
            </a:lvl2pPr>
            <a:lvl3pPr marL="944850" indent="0" algn="ctr">
              <a:buNone/>
              <a:defRPr sz="1860"/>
            </a:lvl3pPr>
            <a:lvl4pPr marL="1417274" indent="0" algn="ctr">
              <a:buNone/>
              <a:defRPr sz="1653"/>
            </a:lvl4pPr>
            <a:lvl5pPr marL="1889699" indent="0" algn="ctr">
              <a:buNone/>
              <a:defRPr sz="1653"/>
            </a:lvl5pPr>
            <a:lvl6pPr marL="2362124" indent="0" algn="ctr">
              <a:buNone/>
              <a:defRPr sz="1653"/>
            </a:lvl6pPr>
            <a:lvl7pPr marL="2834549" indent="0" algn="ctr">
              <a:buNone/>
              <a:defRPr sz="1653"/>
            </a:lvl7pPr>
            <a:lvl8pPr marL="3306973" indent="0" algn="ctr">
              <a:buNone/>
              <a:defRPr sz="1653"/>
            </a:lvl8pPr>
            <a:lvl9pPr marL="3779398" indent="0" algn="ctr">
              <a:buNone/>
              <a:defRPr sz="16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63C8-8C61-4C02-AFA6-03E5B4B25FA6}" type="datetimeFigureOut">
              <a:rPr lang="en-US" smtClean="0"/>
              <a:t>22-May-26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7C1AA-ED30-413B-A42B-AD2A0C298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650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63C8-8C61-4C02-AFA6-03E5B4B25FA6}" type="datetimeFigureOut">
              <a:rPr lang="en-US" smtClean="0"/>
              <a:t>22-May-26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7C1AA-ED30-413B-A42B-AD2A0C298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20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1188" y="1766730"/>
            <a:ext cx="13667542" cy="2947828"/>
          </a:xfrm>
        </p:spPr>
        <p:txBody>
          <a:bodyPr anchor="b"/>
          <a:lstStyle>
            <a:lvl1pPr>
              <a:defRPr sz="6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1188" y="4742446"/>
            <a:ext cx="13667542" cy="1550193"/>
          </a:xfrm>
        </p:spPr>
        <p:txBody>
          <a:bodyPr/>
          <a:lstStyle>
            <a:lvl1pPr marL="0" indent="0">
              <a:buNone/>
              <a:defRPr sz="2480">
                <a:solidFill>
                  <a:schemeClr val="tx1">
                    <a:tint val="75000"/>
                  </a:schemeClr>
                </a:solidFill>
              </a:defRPr>
            </a:lvl1pPr>
            <a:lvl2pPr marL="472425" indent="0">
              <a:buNone/>
              <a:defRPr sz="2067">
                <a:solidFill>
                  <a:schemeClr val="tx1">
                    <a:tint val="75000"/>
                  </a:schemeClr>
                </a:solidFill>
              </a:defRPr>
            </a:lvl2pPr>
            <a:lvl3pPr marL="944850" indent="0">
              <a:buNone/>
              <a:defRPr sz="1860">
                <a:solidFill>
                  <a:schemeClr val="tx1">
                    <a:tint val="75000"/>
                  </a:schemeClr>
                </a:solidFill>
              </a:defRPr>
            </a:lvl3pPr>
            <a:lvl4pPr marL="1417274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4pPr>
            <a:lvl5pPr marL="1889699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5pPr>
            <a:lvl6pPr marL="2362124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6pPr>
            <a:lvl7pPr marL="2834549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7pPr>
            <a:lvl8pPr marL="3306973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8pPr>
            <a:lvl9pPr marL="3779398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63C8-8C61-4C02-AFA6-03E5B4B25FA6}" type="datetimeFigureOut">
              <a:rPr lang="en-US" smtClean="0"/>
              <a:t>22-May-26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7C1AA-ED30-413B-A42B-AD2A0C298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750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9442" y="1886479"/>
            <a:ext cx="6734731" cy="4496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2252" y="1886479"/>
            <a:ext cx="6734731" cy="4496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63C8-8C61-4C02-AFA6-03E5B4B25FA6}" type="datetimeFigureOut">
              <a:rPr lang="en-US" smtClean="0"/>
              <a:t>22-May-26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7C1AA-ED30-413B-A42B-AD2A0C298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64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505" y="377297"/>
            <a:ext cx="13667542" cy="13697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1506" y="1737202"/>
            <a:ext cx="6703780" cy="851376"/>
          </a:xfrm>
        </p:spPr>
        <p:txBody>
          <a:bodyPr anchor="b"/>
          <a:lstStyle>
            <a:lvl1pPr marL="0" indent="0">
              <a:buNone/>
              <a:defRPr sz="2480" b="1"/>
            </a:lvl1pPr>
            <a:lvl2pPr marL="472425" indent="0">
              <a:buNone/>
              <a:defRPr sz="2067" b="1"/>
            </a:lvl2pPr>
            <a:lvl3pPr marL="944850" indent="0">
              <a:buNone/>
              <a:defRPr sz="1860" b="1"/>
            </a:lvl3pPr>
            <a:lvl4pPr marL="1417274" indent="0">
              <a:buNone/>
              <a:defRPr sz="1653" b="1"/>
            </a:lvl4pPr>
            <a:lvl5pPr marL="1889699" indent="0">
              <a:buNone/>
              <a:defRPr sz="1653" b="1"/>
            </a:lvl5pPr>
            <a:lvl6pPr marL="2362124" indent="0">
              <a:buNone/>
              <a:defRPr sz="1653" b="1"/>
            </a:lvl6pPr>
            <a:lvl7pPr marL="2834549" indent="0">
              <a:buNone/>
              <a:defRPr sz="1653" b="1"/>
            </a:lvl7pPr>
            <a:lvl8pPr marL="3306973" indent="0">
              <a:buNone/>
              <a:defRPr sz="1653" b="1"/>
            </a:lvl8pPr>
            <a:lvl9pPr marL="3779398" indent="0">
              <a:buNone/>
              <a:defRPr sz="16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1506" y="2588577"/>
            <a:ext cx="6703780" cy="3807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22252" y="1737202"/>
            <a:ext cx="6736795" cy="851376"/>
          </a:xfrm>
        </p:spPr>
        <p:txBody>
          <a:bodyPr anchor="b"/>
          <a:lstStyle>
            <a:lvl1pPr marL="0" indent="0">
              <a:buNone/>
              <a:defRPr sz="2480" b="1"/>
            </a:lvl1pPr>
            <a:lvl2pPr marL="472425" indent="0">
              <a:buNone/>
              <a:defRPr sz="2067" b="1"/>
            </a:lvl2pPr>
            <a:lvl3pPr marL="944850" indent="0">
              <a:buNone/>
              <a:defRPr sz="1860" b="1"/>
            </a:lvl3pPr>
            <a:lvl4pPr marL="1417274" indent="0">
              <a:buNone/>
              <a:defRPr sz="1653" b="1"/>
            </a:lvl4pPr>
            <a:lvl5pPr marL="1889699" indent="0">
              <a:buNone/>
              <a:defRPr sz="1653" b="1"/>
            </a:lvl5pPr>
            <a:lvl6pPr marL="2362124" indent="0">
              <a:buNone/>
              <a:defRPr sz="1653" b="1"/>
            </a:lvl6pPr>
            <a:lvl7pPr marL="2834549" indent="0">
              <a:buNone/>
              <a:defRPr sz="1653" b="1"/>
            </a:lvl7pPr>
            <a:lvl8pPr marL="3306973" indent="0">
              <a:buNone/>
              <a:defRPr sz="1653" b="1"/>
            </a:lvl8pPr>
            <a:lvl9pPr marL="3779398" indent="0">
              <a:buNone/>
              <a:defRPr sz="16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022252" y="2588577"/>
            <a:ext cx="6736795" cy="3807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63C8-8C61-4C02-AFA6-03E5B4B25FA6}" type="datetimeFigureOut">
              <a:rPr lang="en-US" smtClean="0"/>
              <a:t>22-May-26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7C1AA-ED30-413B-A42B-AD2A0C298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59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63C8-8C61-4C02-AFA6-03E5B4B25FA6}" type="datetimeFigureOut">
              <a:rPr lang="en-US" smtClean="0"/>
              <a:t>22-May-26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7C1AA-ED30-413B-A42B-AD2A0C298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951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63C8-8C61-4C02-AFA6-03E5B4B25FA6}" type="datetimeFigureOut">
              <a:rPr lang="en-US" smtClean="0"/>
              <a:t>22-May-26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7C1AA-ED30-413B-A42B-AD2A0C298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734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506" y="472440"/>
            <a:ext cx="5110884" cy="1653540"/>
          </a:xfrm>
        </p:spPr>
        <p:txBody>
          <a:bodyPr anchor="b"/>
          <a:lstStyle>
            <a:lvl1pPr>
              <a:defRPr sz="33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794" y="1020340"/>
            <a:ext cx="8022253" cy="5036079"/>
          </a:xfrm>
        </p:spPr>
        <p:txBody>
          <a:bodyPr/>
          <a:lstStyle>
            <a:lvl1pPr>
              <a:defRPr sz="3307"/>
            </a:lvl1pPr>
            <a:lvl2pPr>
              <a:defRPr sz="2893"/>
            </a:lvl2pPr>
            <a:lvl3pPr>
              <a:defRPr sz="2480"/>
            </a:lvl3pPr>
            <a:lvl4pPr>
              <a:defRPr sz="2067"/>
            </a:lvl4pPr>
            <a:lvl5pPr>
              <a:defRPr sz="2067"/>
            </a:lvl5pPr>
            <a:lvl6pPr>
              <a:defRPr sz="2067"/>
            </a:lvl6pPr>
            <a:lvl7pPr>
              <a:defRPr sz="2067"/>
            </a:lvl7pPr>
            <a:lvl8pPr>
              <a:defRPr sz="2067"/>
            </a:lvl8pPr>
            <a:lvl9pPr>
              <a:defRPr sz="2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1506" y="2125980"/>
            <a:ext cx="5110884" cy="3938641"/>
          </a:xfrm>
        </p:spPr>
        <p:txBody>
          <a:bodyPr/>
          <a:lstStyle>
            <a:lvl1pPr marL="0" indent="0">
              <a:buNone/>
              <a:defRPr sz="1653"/>
            </a:lvl1pPr>
            <a:lvl2pPr marL="472425" indent="0">
              <a:buNone/>
              <a:defRPr sz="1447"/>
            </a:lvl2pPr>
            <a:lvl3pPr marL="944850" indent="0">
              <a:buNone/>
              <a:defRPr sz="1240"/>
            </a:lvl3pPr>
            <a:lvl4pPr marL="1417274" indent="0">
              <a:buNone/>
              <a:defRPr sz="1033"/>
            </a:lvl4pPr>
            <a:lvl5pPr marL="1889699" indent="0">
              <a:buNone/>
              <a:defRPr sz="1033"/>
            </a:lvl5pPr>
            <a:lvl6pPr marL="2362124" indent="0">
              <a:buNone/>
              <a:defRPr sz="1033"/>
            </a:lvl6pPr>
            <a:lvl7pPr marL="2834549" indent="0">
              <a:buNone/>
              <a:defRPr sz="1033"/>
            </a:lvl7pPr>
            <a:lvl8pPr marL="3306973" indent="0">
              <a:buNone/>
              <a:defRPr sz="1033"/>
            </a:lvl8pPr>
            <a:lvl9pPr marL="3779398" indent="0">
              <a:buNone/>
              <a:defRPr sz="10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63C8-8C61-4C02-AFA6-03E5B4B25FA6}" type="datetimeFigureOut">
              <a:rPr lang="en-US" smtClean="0"/>
              <a:t>22-May-26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7C1AA-ED30-413B-A42B-AD2A0C298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78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506" y="472440"/>
            <a:ext cx="5110884" cy="1653540"/>
          </a:xfrm>
        </p:spPr>
        <p:txBody>
          <a:bodyPr anchor="b"/>
          <a:lstStyle>
            <a:lvl1pPr>
              <a:defRPr sz="33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36794" y="1020340"/>
            <a:ext cx="8022253" cy="5036079"/>
          </a:xfrm>
        </p:spPr>
        <p:txBody>
          <a:bodyPr anchor="t"/>
          <a:lstStyle>
            <a:lvl1pPr marL="0" indent="0">
              <a:buNone/>
              <a:defRPr sz="3307"/>
            </a:lvl1pPr>
            <a:lvl2pPr marL="472425" indent="0">
              <a:buNone/>
              <a:defRPr sz="2893"/>
            </a:lvl2pPr>
            <a:lvl3pPr marL="944850" indent="0">
              <a:buNone/>
              <a:defRPr sz="2480"/>
            </a:lvl3pPr>
            <a:lvl4pPr marL="1417274" indent="0">
              <a:buNone/>
              <a:defRPr sz="2067"/>
            </a:lvl4pPr>
            <a:lvl5pPr marL="1889699" indent="0">
              <a:buNone/>
              <a:defRPr sz="2067"/>
            </a:lvl5pPr>
            <a:lvl6pPr marL="2362124" indent="0">
              <a:buNone/>
              <a:defRPr sz="2067"/>
            </a:lvl6pPr>
            <a:lvl7pPr marL="2834549" indent="0">
              <a:buNone/>
              <a:defRPr sz="2067"/>
            </a:lvl7pPr>
            <a:lvl8pPr marL="3306973" indent="0">
              <a:buNone/>
              <a:defRPr sz="2067"/>
            </a:lvl8pPr>
            <a:lvl9pPr marL="3779398" indent="0">
              <a:buNone/>
              <a:defRPr sz="20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1506" y="2125980"/>
            <a:ext cx="5110884" cy="3938641"/>
          </a:xfrm>
        </p:spPr>
        <p:txBody>
          <a:bodyPr/>
          <a:lstStyle>
            <a:lvl1pPr marL="0" indent="0">
              <a:buNone/>
              <a:defRPr sz="1653"/>
            </a:lvl1pPr>
            <a:lvl2pPr marL="472425" indent="0">
              <a:buNone/>
              <a:defRPr sz="1447"/>
            </a:lvl2pPr>
            <a:lvl3pPr marL="944850" indent="0">
              <a:buNone/>
              <a:defRPr sz="1240"/>
            </a:lvl3pPr>
            <a:lvl4pPr marL="1417274" indent="0">
              <a:buNone/>
              <a:defRPr sz="1033"/>
            </a:lvl4pPr>
            <a:lvl5pPr marL="1889699" indent="0">
              <a:buNone/>
              <a:defRPr sz="1033"/>
            </a:lvl5pPr>
            <a:lvl6pPr marL="2362124" indent="0">
              <a:buNone/>
              <a:defRPr sz="1033"/>
            </a:lvl6pPr>
            <a:lvl7pPr marL="2834549" indent="0">
              <a:buNone/>
              <a:defRPr sz="1033"/>
            </a:lvl7pPr>
            <a:lvl8pPr marL="3306973" indent="0">
              <a:buNone/>
              <a:defRPr sz="1033"/>
            </a:lvl8pPr>
            <a:lvl9pPr marL="3779398" indent="0">
              <a:buNone/>
              <a:defRPr sz="10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63C8-8C61-4C02-AFA6-03E5B4B25FA6}" type="datetimeFigureOut">
              <a:rPr lang="en-US" smtClean="0"/>
              <a:t>22-May-26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7C1AA-ED30-413B-A42B-AD2A0C298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32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63C8-8C61-4C02-AFA6-03E5B4B25FA6}" type="datetimeFigureOut">
              <a:rPr lang="en-US" smtClean="0"/>
              <a:t>22-May-26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7C1AA-ED30-413B-A42B-AD2A0C298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909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40098" y="377296"/>
            <a:ext cx="3416885" cy="60055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9442" y="377296"/>
            <a:ext cx="10052576" cy="60055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63C8-8C61-4C02-AFA6-03E5B4B25FA6}" type="datetimeFigureOut">
              <a:rPr lang="en-US" smtClean="0"/>
              <a:t>22-May-26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7C1AA-ED30-413B-A42B-AD2A0C298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246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9442" y="377297"/>
            <a:ext cx="13667542" cy="13697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9442" y="1886479"/>
            <a:ext cx="13667542" cy="44963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9442" y="6568229"/>
            <a:ext cx="3565446" cy="3772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A63C8-8C61-4C02-AFA6-03E5B4B25FA6}" type="datetimeFigureOut">
              <a:rPr lang="en-US" smtClean="0"/>
              <a:t>22-May-26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49129" y="6568229"/>
            <a:ext cx="5348168" cy="3772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91537" y="6568229"/>
            <a:ext cx="3565446" cy="3772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7C1AA-ED30-413B-A42B-AD2A0C298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23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44850" rtl="0" eaLnBrk="1" latinLnBrk="0" hangingPunct="1">
        <a:lnSpc>
          <a:spcPct val="90000"/>
        </a:lnSpc>
        <a:spcBef>
          <a:spcPct val="0"/>
        </a:spcBef>
        <a:buNone/>
        <a:defRPr sz="45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6212" indent="-236212" algn="l" defTabSz="944850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2893" kern="1200">
          <a:solidFill>
            <a:schemeClr val="tx1"/>
          </a:solidFill>
          <a:latin typeface="+mn-lt"/>
          <a:ea typeface="+mn-ea"/>
          <a:cs typeface="+mn-cs"/>
        </a:defRPr>
      </a:lvl1pPr>
      <a:lvl2pPr marL="708637" indent="-236212" algn="l" defTabSz="944850" rtl="0" eaLnBrk="1" latinLnBrk="0" hangingPunct="1">
        <a:lnSpc>
          <a:spcPct val="90000"/>
        </a:lnSpc>
        <a:spcBef>
          <a:spcPts val="517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2pPr>
      <a:lvl3pPr marL="1181062" indent="-236212" algn="l" defTabSz="944850" rtl="0" eaLnBrk="1" latinLnBrk="0" hangingPunct="1">
        <a:lnSpc>
          <a:spcPct val="90000"/>
        </a:lnSpc>
        <a:spcBef>
          <a:spcPts val="517"/>
        </a:spcBef>
        <a:buFont typeface="Arial" panose="020B0604020202020204" pitchFamily="34" charset="0"/>
        <a:buChar char="•"/>
        <a:defRPr sz="2067" kern="1200">
          <a:solidFill>
            <a:schemeClr val="tx1"/>
          </a:solidFill>
          <a:latin typeface="+mn-lt"/>
          <a:ea typeface="+mn-ea"/>
          <a:cs typeface="+mn-cs"/>
        </a:defRPr>
      </a:lvl3pPr>
      <a:lvl4pPr marL="1653487" indent="-236212" algn="l" defTabSz="944850" rtl="0" eaLnBrk="1" latinLnBrk="0" hangingPunct="1">
        <a:lnSpc>
          <a:spcPct val="90000"/>
        </a:lnSpc>
        <a:spcBef>
          <a:spcPts val="517"/>
        </a:spcBef>
        <a:buFont typeface="Arial" panose="020B0604020202020204" pitchFamily="34" charset="0"/>
        <a:buChar char="•"/>
        <a:defRPr sz="1860" kern="1200">
          <a:solidFill>
            <a:schemeClr val="tx1"/>
          </a:solidFill>
          <a:latin typeface="+mn-lt"/>
          <a:ea typeface="+mn-ea"/>
          <a:cs typeface="+mn-cs"/>
        </a:defRPr>
      </a:lvl4pPr>
      <a:lvl5pPr marL="2125911" indent="-236212" algn="l" defTabSz="944850" rtl="0" eaLnBrk="1" latinLnBrk="0" hangingPunct="1">
        <a:lnSpc>
          <a:spcPct val="90000"/>
        </a:lnSpc>
        <a:spcBef>
          <a:spcPts val="517"/>
        </a:spcBef>
        <a:buFont typeface="Arial" panose="020B0604020202020204" pitchFamily="34" charset="0"/>
        <a:buChar char="•"/>
        <a:defRPr sz="1860" kern="1200">
          <a:solidFill>
            <a:schemeClr val="tx1"/>
          </a:solidFill>
          <a:latin typeface="+mn-lt"/>
          <a:ea typeface="+mn-ea"/>
          <a:cs typeface="+mn-cs"/>
        </a:defRPr>
      </a:lvl5pPr>
      <a:lvl6pPr marL="2598336" indent="-236212" algn="l" defTabSz="944850" rtl="0" eaLnBrk="1" latinLnBrk="0" hangingPunct="1">
        <a:lnSpc>
          <a:spcPct val="90000"/>
        </a:lnSpc>
        <a:spcBef>
          <a:spcPts val="517"/>
        </a:spcBef>
        <a:buFont typeface="Arial" panose="020B0604020202020204" pitchFamily="34" charset="0"/>
        <a:buChar char="•"/>
        <a:defRPr sz="1860" kern="1200">
          <a:solidFill>
            <a:schemeClr val="tx1"/>
          </a:solidFill>
          <a:latin typeface="+mn-lt"/>
          <a:ea typeface="+mn-ea"/>
          <a:cs typeface="+mn-cs"/>
        </a:defRPr>
      </a:lvl6pPr>
      <a:lvl7pPr marL="3070761" indent="-236212" algn="l" defTabSz="944850" rtl="0" eaLnBrk="1" latinLnBrk="0" hangingPunct="1">
        <a:lnSpc>
          <a:spcPct val="90000"/>
        </a:lnSpc>
        <a:spcBef>
          <a:spcPts val="517"/>
        </a:spcBef>
        <a:buFont typeface="Arial" panose="020B0604020202020204" pitchFamily="34" charset="0"/>
        <a:buChar char="•"/>
        <a:defRPr sz="1860" kern="1200">
          <a:solidFill>
            <a:schemeClr val="tx1"/>
          </a:solidFill>
          <a:latin typeface="+mn-lt"/>
          <a:ea typeface="+mn-ea"/>
          <a:cs typeface="+mn-cs"/>
        </a:defRPr>
      </a:lvl7pPr>
      <a:lvl8pPr marL="3543186" indent="-236212" algn="l" defTabSz="944850" rtl="0" eaLnBrk="1" latinLnBrk="0" hangingPunct="1">
        <a:lnSpc>
          <a:spcPct val="90000"/>
        </a:lnSpc>
        <a:spcBef>
          <a:spcPts val="517"/>
        </a:spcBef>
        <a:buFont typeface="Arial" panose="020B0604020202020204" pitchFamily="34" charset="0"/>
        <a:buChar char="•"/>
        <a:defRPr sz="1860" kern="1200">
          <a:solidFill>
            <a:schemeClr val="tx1"/>
          </a:solidFill>
          <a:latin typeface="+mn-lt"/>
          <a:ea typeface="+mn-ea"/>
          <a:cs typeface="+mn-cs"/>
        </a:defRPr>
      </a:lvl8pPr>
      <a:lvl9pPr marL="4015610" indent="-236212" algn="l" defTabSz="944850" rtl="0" eaLnBrk="1" latinLnBrk="0" hangingPunct="1">
        <a:lnSpc>
          <a:spcPct val="90000"/>
        </a:lnSpc>
        <a:spcBef>
          <a:spcPts val="517"/>
        </a:spcBef>
        <a:buFont typeface="Arial" panose="020B0604020202020204" pitchFamily="34" charset="0"/>
        <a:buChar char="•"/>
        <a:defRPr sz="18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44850" rtl="0" eaLnBrk="1" latinLnBrk="0" hangingPunct="1">
        <a:defRPr sz="1860" kern="1200">
          <a:solidFill>
            <a:schemeClr val="tx1"/>
          </a:solidFill>
          <a:latin typeface="+mn-lt"/>
          <a:ea typeface="+mn-ea"/>
          <a:cs typeface="+mn-cs"/>
        </a:defRPr>
      </a:lvl1pPr>
      <a:lvl2pPr marL="472425" algn="l" defTabSz="944850" rtl="0" eaLnBrk="1" latinLnBrk="0" hangingPunct="1">
        <a:defRPr sz="1860" kern="1200">
          <a:solidFill>
            <a:schemeClr val="tx1"/>
          </a:solidFill>
          <a:latin typeface="+mn-lt"/>
          <a:ea typeface="+mn-ea"/>
          <a:cs typeface="+mn-cs"/>
        </a:defRPr>
      </a:lvl2pPr>
      <a:lvl3pPr marL="944850" algn="l" defTabSz="944850" rtl="0" eaLnBrk="1" latinLnBrk="0" hangingPunct="1">
        <a:defRPr sz="1860" kern="1200">
          <a:solidFill>
            <a:schemeClr val="tx1"/>
          </a:solidFill>
          <a:latin typeface="+mn-lt"/>
          <a:ea typeface="+mn-ea"/>
          <a:cs typeface="+mn-cs"/>
        </a:defRPr>
      </a:lvl3pPr>
      <a:lvl4pPr marL="1417274" algn="l" defTabSz="944850" rtl="0" eaLnBrk="1" latinLnBrk="0" hangingPunct="1">
        <a:defRPr sz="1860" kern="1200">
          <a:solidFill>
            <a:schemeClr val="tx1"/>
          </a:solidFill>
          <a:latin typeface="+mn-lt"/>
          <a:ea typeface="+mn-ea"/>
          <a:cs typeface="+mn-cs"/>
        </a:defRPr>
      </a:lvl4pPr>
      <a:lvl5pPr marL="1889699" algn="l" defTabSz="944850" rtl="0" eaLnBrk="1" latinLnBrk="0" hangingPunct="1">
        <a:defRPr sz="1860" kern="1200">
          <a:solidFill>
            <a:schemeClr val="tx1"/>
          </a:solidFill>
          <a:latin typeface="+mn-lt"/>
          <a:ea typeface="+mn-ea"/>
          <a:cs typeface="+mn-cs"/>
        </a:defRPr>
      </a:lvl5pPr>
      <a:lvl6pPr marL="2362124" algn="l" defTabSz="944850" rtl="0" eaLnBrk="1" latinLnBrk="0" hangingPunct="1">
        <a:defRPr sz="1860" kern="1200">
          <a:solidFill>
            <a:schemeClr val="tx1"/>
          </a:solidFill>
          <a:latin typeface="+mn-lt"/>
          <a:ea typeface="+mn-ea"/>
          <a:cs typeface="+mn-cs"/>
        </a:defRPr>
      </a:lvl6pPr>
      <a:lvl7pPr marL="2834549" algn="l" defTabSz="944850" rtl="0" eaLnBrk="1" latinLnBrk="0" hangingPunct="1">
        <a:defRPr sz="1860" kern="1200">
          <a:solidFill>
            <a:schemeClr val="tx1"/>
          </a:solidFill>
          <a:latin typeface="+mn-lt"/>
          <a:ea typeface="+mn-ea"/>
          <a:cs typeface="+mn-cs"/>
        </a:defRPr>
      </a:lvl7pPr>
      <a:lvl8pPr marL="3306973" algn="l" defTabSz="944850" rtl="0" eaLnBrk="1" latinLnBrk="0" hangingPunct="1">
        <a:defRPr sz="1860" kern="1200">
          <a:solidFill>
            <a:schemeClr val="tx1"/>
          </a:solidFill>
          <a:latin typeface="+mn-lt"/>
          <a:ea typeface="+mn-ea"/>
          <a:cs typeface="+mn-cs"/>
        </a:defRPr>
      </a:lvl8pPr>
      <a:lvl9pPr marL="3779398" algn="l" defTabSz="944850" rtl="0" eaLnBrk="1" latinLnBrk="0" hangingPunct="1">
        <a:defRPr sz="18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A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ED88ED-0138-0450-B4A7-FBF06FCC1E27}"/>
              </a:ext>
            </a:extLst>
          </p:cNvPr>
          <p:cNvSpPr/>
          <p:nvPr/>
        </p:nvSpPr>
        <p:spPr>
          <a:xfrm>
            <a:off x="1658296" y="0"/>
            <a:ext cx="2232837" cy="7086600"/>
          </a:xfrm>
          <a:prstGeom prst="roundRect">
            <a:avLst/>
          </a:prstGeom>
          <a:solidFill>
            <a:srgbClr val="6DAE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B26775A-8D57-007C-4F99-232F14C4F1E7}"/>
              </a:ext>
            </a:extLst>
          </p:cNvPr>
          <p:cNvSpPr/>
          <p:nvPr/>
        </p:nvSpPr>
        <p:spPr>
          <a:xfrm>
            <a:off x="2079320" y="0"/>
            <a:ext cx="13291115" cy="7086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9E03FA4-DCE9-E23A-83A9-78691AB41539}"/>
              </a:ext>
            </a:extLst>
          </p:cNvPr>
          <p:cNvSpPr/>
          <p:nvPr/>
        </p:nvSpPr>
        <p:spPr>
          <a:xfrm>
            <a:off x="3891133" y="112743"/>
            <a:ext cx="8064158" cy="747869"/>
          </a:xfrm>
          <a:prstGeom prst="roundRect">
            <a:avLst/>
          </a:prstGeom>
          <a:solidFill>
            <a:srgbClr val="6DAE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u="sng" dirty="0">
                <a:latin typeface="Bahnschrift SemiLight" panose="020B0502040204020203" pitchFamily="34" charset="0"/>
              </a:rPr>
              <a:t>Digital Student Life</a:t>
            </a:r>
          </a:p>
          <a:p>
            <a:pPr algn="ctr"/>
            <a:r>
              <a:rPr lang="en-US" sz="2400" dirty="0">
                <a:latin typeface="Bahnschrift SemiLight" panose="020B0502040204020203" pitchFamily="34" charset="0"/>
              </a:rPr>
              <a:t> Student Habits and Academic Performance Analytics</a:t>
            </a:r>
          </a:p>
        </p:txBody>
      </p:sp>
    </p:spTree>
    <p:extLst>
      <p:ext uri="{BB962C8B-B14F-4D97-AF65-F5344CB8AC3E}">
        <p14:creationId xmlns:p14="http://schemas.microsoft.com/office/powerpoint/2010/main" val="1110218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6454</TotalTime>
  <Words>10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Bahnschrift SemiLight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Sunita Jangra</dc:creator>
  <cp:lastModifiedBy>Sunita Jangra</cp:lastModifiedBy>
  <cp:revision>22</cp:revision>
  <dcterms:created xsi:type="dcterms:W3CDTF">2026-05-21T05:59:11Z</dcterms:created>
  <dcterms:modified xsi:type="dcterms:W3CDTF">2026-05-26T11:30:43Z</dcterms:modified>
</cp:coreProperties>
</file>